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7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1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3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4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97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06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9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1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3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246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83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4616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79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7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5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HR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Project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Reshma Murugan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985" y="635598"/>
            <a:ext cx="7055380" cy="1088699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2132948"/>
            <a:ext cx="6446520" cy="2456469"/>
          </a:xfrm>
        </p:spPr>
        <p:txBody>
          <a:bodyPr/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HR Analytics Dashboard project was created using Power BI to analyze employee workforce data. The dashboard provides insights into employee distribution, remote work trends, hiring trends, department analysis, state-wise workforce distribution, and employee demographics.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268" y="492701"/>
            <a:ext cx="5937755" cy="1188720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369" y="2052925"/>
            <a:ext cx="6711654" cy="3834069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Employees: 22,214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Employees: 25%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HQ Employees: 75%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Employee Age: 38.43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F16058-A551-AEC4-7552-987CC4343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34" y="4251221"/>
            <a:ext cx="7678222" cy="8287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"/>
            <a:ext cx="40369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Analytics Dashboard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77C7F-8E7E-278C-2A89-9CD2D7A7B4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6" r="821" b="1461"/>
          <a:stretch>
            <a:fillRect/>
          </a:stretch>
        </p:blipFill>
        <p:spPr>
          <a:xfrm>
            <a:off x="306463" y="1306286"/>
            <a:ext cx="8410817" cy="46155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4FE6-21B1-AB23-85DE-280D2B419557}"/>
              </a:ext>
            </a:extLst>
          </p:cNvPr>
          <p:cNvSpPr txBox="1">
            <a:spLocks/>
          </p:cNvSpPr>
          <p:nvPr/>
        </p:nvSpPr>
        <p:spPr>
          <a:xfrm>
            <a:off x="1634241" y="474463"/>
            <a:ext cx="7055380" cy="818733"/>
          </a:xfrm>
          <a:prstGeom prst="rect">
            <a:avLst/>
          </a:prstGeom>
        </p:spPr>
        <p:txBody>
          <a:bodyPr/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265C5-8235-F5BA-42D7-3D757A2D9B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494" y="1293196"/>
            <a:ext cx="7783011" cy="427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68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377" y="518378"/>
            <a:ext cx="5937755" cy="1188720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497" y="1861458"/>
            <a:ext cx="8229600" cy="4217126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Size: 22,214 employees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25% employees work remotely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department has highest employees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Ohio has highest workforce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Hiring trend increased steadily</a:t>
            </a:r>
          </a:p>
          <a:p>
            <a:r>
              <a:rPr lang="en-IN" sz="2800" dirty="0"/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Department-wise employee distribution is uneven, with technical departments having higher workforce strength.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482" y="592049"/>
            <a:ext cx="7055380" cy="1045156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87462"/>
            <a:ext cx="6711654" cy="419548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107" y="583346"/>
            <a:ext cx="7055380" cy="1184493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52748"/>
            <a:ext cx="7452360" cy="392974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HR Analytics Dashboard helps organizations analyze workforce trends, employee demographics, hiring patterns, and remote work statistics. This project supports data-driven HR decision-making and improves workforce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47</TotalTime>
  <Words>175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Century Gothic</vt:lpstr>
      <vt:lpstr>Times New Roman</vt:lpstr>
      <vt:lpstr>Wingdings 3</vt:lpstr>
      <vt:lpstr>Wisp</vt:lpstr>
      <vt:lpstr>HR Analytics Dashboard</vt:lpstr>
      <vt:lpstr>About the Project</vt:lpstr>
      <vt:lpstr>Key Performance Indicators (KPIs)</vt:lpstr>
      <vt:lpstr>PowerPoint Presentation</vt:lpstr>
      <vt:lpstr>PowerPoint Presentation</vt:lpstr>
      <vt:lpstr>Key Insights</vt:lpstr>
      <vt:lpstr>Tools &amp; Technologies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Nani</dc:creator>
  <cp:keywords/>
  <dc:description>generated using python-pptx</dc:description>
  <cp:lastModifiedBy>Reshma Murugan</cp:lastModifiedBy>
  <cp:revision>7</cp:revision>
  <dcterms:created xsi:type="dcterms:W3CDTF">2013-01-27T09:14:16Z</dcterms:created>
  <dcterms:modified xsi:type="dcterms:W3CDTF">2026-10-07T09:45:11Z</dcterms:modified>
  <cp:category/>
</cp:coreProperties>
</file>